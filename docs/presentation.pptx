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A6FB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Booking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API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RESTful API for Hotel Operational Analytics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COMP3011 Web Services and Web Data  |  University of Leeds  |  Ali  |  March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E8F4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3258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6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119,390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Records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1887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E8F4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3258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A2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91840" y="1920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1887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E8F4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3258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17920" y="1920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Hotel Booking Demand dataset combined with operational CRUD resources,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endpoints, and intelligent risk scoring.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57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(Incidents + Notes)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(Cancellation, Demand, Segments)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 &amp; Operational Insights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Frontend Dashboard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8412480" cy="640080"/>
          </a:xfrm>
          <a:prstGeom prst="roundRect">
            <a:avLst>
              <a:gd name="adj" fmla="val 7143"/>
            </a:avLst>
          </a:prstGeom>
          <a:solidFill>
            <a:srgbClr val="E8F4FD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97280"/>
            <a:ext cx="73152" cy="640080"/>
          </a:xfrm>
          <a:prstGeom prst="roundRect">
            <a:avLst/>
          </a:prstGeom>
          <a:solidFill>
            <a:srgbClr val="1A6FB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430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1430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Swagger docs, built-in Pydantic validation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841248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1828800"/>
            <a:ext cx="73152" cy="640080"/>
          </a:xfrm>
          <a:prstGeom prst="roundRect">
            <a:avLst/>
          </a:prstGeom>
          <a:solidFill>
            <a:srgbClr val="1A6FB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8745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2.0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18745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ORM, clean declarative models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560320"/>
            <a:ext cx="8412480" cy="640080"/>
          </a:xfrm>
          <a:prstGeom prst="roundRect">
            <a:avLst>
              <a:gd name="adj" fmla="val 7143"/>
            </a:avLst>
          </a:prstGeom>
          <a:solidFill>
            <a:srgbClr val="E8F4FD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" y="2560320"/>
            <a:ext cx="73152" cy="640080"/>
          </a:xfrm>
          <a:prstGeom prst="roundRect">
            <a:avLst/>
          </a:prstGeom>
          <a:solidFill>
            <a:srgbClr val="1A6FB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06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260604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portability — clone and run instantly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841248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60" y="3291840"/>
            <a:ext cx="73152" cy="640080"/>
          </a:xfrm>
          <a:prstGeom prst="roundRect">
            <a:avLst/>
          </a:prstGeom>
          <a:solidFill>
            <a:srgbClr val="1A6FB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37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+ httpx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333756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automated tests with isolated test database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4023360"/>
            <a:ext cx="8412480" cy="640080"/>
          </a:xfrm>
          <a:prstGeom prst="roundRect">
            <a:avLst>
              <a:gd name="adj" fmla="val 7143"/>
            </a:avLst>
          </a:prstGeom>
          <a:solidFill>
            <a:srgbClr val="E8F4FD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4023360"/>
            <a:ext cx="73152" cy="640080"/>
          </a:xfrm>
          <a:prstGeom prst="roundRect">
            <a:avLst/>
          </a:prstGeom>
          <a:solidFill>
            <a:srgbClr val="1A6FB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690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926080" y="406908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frontend dashboard visualisations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594360"/>
          </a:xfrm>
          <a:prstGeom prst="roundRect">
            <a:avLst>
              <a:gd name="adj" fmla="val 12308"/>
            </a:avLst>
          </a:prstGeom>
          <a:solidFill>
            <a:srgbClr val="2563EB"/>
          </a:solidFill>
          <a:ln/>
          <a:effectLst>
            <a:outerShdw sx="100000" sy="100000" kx="0" ky="0" algn="bl" rotWithShape="0" blurRad="381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430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Routers  —  HTTP request handling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1828800"/>
            <a:ext cx="7132320" cy="594360"/>
          </a:xfrm>
          <a:prstGeom prst="roundRect">
            <a:avLst>
              <a:gd name="adj" fmla="val 12308"/>
            </a:avLst>
          </a:prstGeom>
          <a:solidFill>
            <a:srgbClr val="7C3AED"/>
          </a:solidFill>
          <a:ln/>
          <a:effectLst>
            <a:outerShdw sx="100000" sy="100000" kx="0" ky="0" algn="bl" rotWithShape="0" blurRad="38100" dist="127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8745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Schemas  —  Pydantic validation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280160" y="2560320"/>
            <a:ext cx="6583680" cy="594360"/>
          </a:xfrm>
          <a:prstGeom prst="roundRect">
            <a:avLst>
              <a:gd name="adj" fmla="val 12308"/>
            </a:avLst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280160" y="260604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 —  SQLAlchemy ORM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554480" y="3291840"/>
            <a:ext cx="6035040" cy="594360"/>
          </a:xfrm>
          <a:prstGeom prst="roundRect">
            <a:avLst>
              <a:gd name="adj" fmla="val 12308"/>
            </a:avLst>
          </a:prstGeom>
          <a:solidFill>
            <a:srgbClr val="059669"/>
          </a:solidFill>
          <a:ln/>
          <a:effectLst>
            <a:outerShdw sx="100000" sy="100000" kx="0" ky="0" algn="bl" rotWithShape="0" blurRad="381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54480" y="33375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 —  Business logic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828800" y="4023360"/>
            <a:ext cx="5486400" cy="594360"/>
          </a:xfrm>
          <a:prstGeom prst="roundRect">
            <a:avLst>
              <a:gd name="adj" fmla="val 12308"/>
            </a:avLst>
          </a:prstGeom>
          <a:solidFill>
            <a:srgbClr val="0F2B46"/>
          </a:solidFill>
          <a:ln/>
          <a:effectLst>
            <a:outerShdw sx="100000" sy="100000" kx="0" ky="0" algn="bl" rotWithShape="0" blurRad="381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828800" y="40690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 —  SQLite storage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548640"/>
          </a:xfrm>
          <a:prstGeom prst="rect">
            <a:avLst/>
          </a:prstGeom>
          <a:solidFill>
            <a:srgbClr val="1A6FB5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143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119,390 records (CSV import)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hotel, lead_time, adr,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country, market_segment,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is_canceled, ...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143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(main resource)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2194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booking_id (FK),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incident_type, severity,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status, reported_by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143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manager_notes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636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(secondary)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2194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booking_id (FK),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note_text, author,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 relationships with cascade delete  |  Denormalised bookings for simplicity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 (17 total)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1A6FB5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515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00584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/bookings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/bookings/{id}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17A2B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8288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CRUD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78308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GET  PUT  PATCH  DELETE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/incidents  /incidents/{id}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6032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6060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Notes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0" y="256032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GET  DELETE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/notes  /notes/{id}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3832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333756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/analytics/cancellation-rate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/analytics/monthly-demand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/analytics/market-segment-performance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11480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1605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411480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/insights/high-risk-bookings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/insights/operational-hotspots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Scoring Algorithm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heuristic identifying bookings with high cancellation probability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645920" cy="365760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7276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+0.15–0.25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&gt; 200 days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2194560" cy="365760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7568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+0.20–0.30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cancellations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1645920" cy="36576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7860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deposit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097280" cy="36576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8152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TA segment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1097280" cy="36576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58444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6032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guest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069080"/>
            <a:ext cx="1097280" cy="36576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08736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032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booking changes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capped at 1.0  |  Configurable threshold via ?min_risk parameter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 →  Dashboard  →  CRUD  →  Analytics  →  Risk Scoring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http://localhost:8000/docs   |   http://localhost:8000/dashboard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A6FB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github.com/9ali-oop/hotel-booking-api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Hotel Booking Intelligence API — COMP3011</dc:title>
  <dc:subject>PptxGenJS Presentation</dc:subject>
  <dc:creator>Ali</dc:creator>
  <cp:lastModifiedBy>Ali</cp:lastModifiedBy>
  <cp:revision>1</cp:revision>
  <dcterms:created xsi:type="dcterms:W3CDTF">2026-03-06T12:23:25Z</dcterms:created>
  <dcterms:modified xsi:type="dcterms:W3CDTF">2026-03-06T12:23:25Z</dcterms:modified>
</cp:coreProperties>
</file>