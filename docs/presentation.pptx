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Booking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API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Data-Driven, AI-Powered RESTful API for Hotel Operational Analytics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22860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COMP3011 Web Services and Web Data  |  University of Leeds  |  Ali  |  March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1500" y="1143000"/>
            <a:ext cx="1828800" cy="1463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1500" y="1143000"/>
            <a:ext cx="1828800" cy="54864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1325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72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119,390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7150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28900" y="1143000"/>
            <a:ext cx="1828800" cy="1463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28900" y="1143000"/>
            <a:ext cx="18288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2628900" y="1325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2890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6300" y="1143000"/>
            <a:ext cx="1828800" cy="1463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6300" y="1143000"/>
            <a:ext cx="1828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686300" y="1325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8630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43700" y="1143000"/>
            <a:ext cx="1828800" cy="1463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43700" y="1143000"/>
            <a:ext cx="1828800" cy="54864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7" name="Text 15"/>
          <p:cNvSpPr/>
          <p:nvPr/>
        </p:nvSpPr>
        <p:spPr>
          <a:xfrm>
            <a:off x="6743700" y="1325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4370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Kaggle Hotel Booking Demand dataset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CRUD for Incidents + Manager Notes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694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Analytics: cancellation, demand, segments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078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Rule-based risk scoring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462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AI-powered risk assessments (OpenAI GPT)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Dual authentication (API Key + JWT)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Rate limiting (60 req/min)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694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MCP server for AI tool integration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078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Interactive frontend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462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Railway cloud deployment + GitHub Actions CI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framework with auto-generated Swagger/OpenAPI docs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658368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ORM with declarative models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0604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database — clone and run instantly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83280"/>
            <a:ext cx="54864" cy="658368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with type-safe request/response schemas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160520"/>
            <a:ext cx="54864" cy="65836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authentication: API Key + JWT Bearer tokens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105156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05156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LLM integration for AI-powered risk assessments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182880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828800"/>
            <a:ext cx="54864" cy="658368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1874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httpx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920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automated tests with isolated in-memory database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60604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60604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middleware (60 req/min per IP)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38328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383280"/>
            <a:ext cx="54864" cy="658368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fastapi-mcp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9204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for AI assistant tool integration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416052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4160520"/>
            <a:ext cx="54864" cy="65836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4206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9204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testing Python 3.10, 3.11, 3.12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43000" y="1051560"/>
            <a:ext cx="6858000" cy="502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105156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29000" y="1051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routers, Swagger UI, CORS, rate limiting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34840" y="153619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8F"/>
                </a:solidFill>
              </a:rPr>
              <a:t>▼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645920"/>
            <a:ext cx="6858000" cy="502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1645920"/>
            <a:ext cx="54864" cy="5029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validation + JWT Bearer token verification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213055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8F"/>
                </a:solidFill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2240280"/>
            <a:ext cx="6858000" cy="502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2240280"/>
            <a:ext cx="54864" cy="50292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— request validation &amp; response serialisation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72491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8F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43000" y="2834640"/>
            <a:ext cx="6858000" cy="502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43000" y="2834640"/>
            <a:ext cx="54864" cy="502920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2834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7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29000" y="2834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 + LLM analysis (OpenAI GPT)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31927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8F"/>
                </a:solidFill>
              </a:rPr>
              <a:t>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43000" y="3429000"/>
            <a:ext cx="6858000" cy="502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43000" y="34290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325880" y="3429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29000" y="3429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declarative models + relationships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391363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8F"/>
                </a:solidFill>
              </a:rPr>
              <a:t>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143000" y="4023360"/>
            <a:ext cx="6858000" cy="5029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143000" y="4023360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29000" y="4023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119,390 bookings + incidents + notes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single responsibility. Dependency injection via FastAPI's Depends().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Endpoints (20+)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/bookings/{id}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023360" cy="10972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0584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CRUD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 GET / PUT / PATCH / DELETE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/incidents &amp; /incidents/{id}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86000"/>
            <a:ext cx="402336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Notes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 GET / DELETE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/notes &amp; /notes/{id}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286000"/>
            <a:ext cx="4023360" cy="10972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286000"/>
            <a:ext cx="4023360" cy="54864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cancellation-rate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monthly-demand, market-segment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66160"/>
            <a:ext cx="402336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+ AI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high-risk-bookings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operational-hotspots, ai-risk-assessment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023360" cy="10972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566160"/>
            <a:ext cx="402336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9204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/auth/token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(API Key to JWT exchange)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write endpoints require authentication  |  Read endpoints are public  |  Rate limited at 60 req/min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Authentication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108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Authentication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X-API-Key header on every request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Constant-time comparison (hmac.compare_digest)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Prevents timing-based side-channel attacks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Simple — ideal for server-to-server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401 if missing, 403 if invalid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3108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 /auth/token exchanges key for JWT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HS256 algorithm, 30-minute expiry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 claims: sub, iss, iat, exp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Stateless — no server-side sessions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Bearer token in Authorization header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accepted on all write endpoints via FastAPI dependency injection (Depends)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Risk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application of Generative AI — the API itself is AI-powered at runtime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84732" y="137160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28473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29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294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database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08860" y="1508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42132" y="137160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34213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203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2034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66260" y="1508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99532" y="137160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39953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777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7774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23660" y="1508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56932" y="137160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745693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351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3514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00400"/>
            <a:ext cx="54864" cy="658368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fallback when no API key configured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20040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200400"/>
            <a:ext cx="54864" cy="658368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HTTP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LLM calls via httpx.AsyncClient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977640"/>
            <a:ext cx="54864" cy="658368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enforces consistent professional output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977640"/>
            <a:ext cx="402336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977640"/>
            <a:ext cx="54864" cy="658368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0.3, max 400 tokens per request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Scoring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heuristic identifying bookings with high cancellation probability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0515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457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&gt; 200 days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+0.15 – 0.25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06040" cy="10515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2606040" cy="457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cancellations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+0.20 – 0.30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0515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2606040" cy="4572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deposit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606040" cy="10515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51760"/>
            <a:ext cx="2606040" cy="4572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 segment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91840" y="2651760"/>
            <a:ext cx="2606040" cy="10515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651760"/>
            <a:ext cx="2606040" cy="45720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guest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2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06040" cy="10515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51760"/>
            <a:ext cx="2606040" cy="45720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booking changes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2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Bands:    LOW  &lt;0.3    |    MEDIUM  0.3–0.6    |    HIGH  &gt;0.6        (capped at 1.0)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via ?min_risk query parameter on /insights/high-risk-bookings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0" y="960120"/>
            <a:ext cx="292608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0" y="96012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0058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83280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pagination, 404s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960120"/>
            <a:ext cx="292608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0" y="96012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10058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lifecycle + auth +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292608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196596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2011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8328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+ auth enforcement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1965960"/>
            <a:ext cx="292608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196596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20116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Cancellation, demand, segments, health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2971800"/>
            <a:ext cx="292608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0" y="297180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3017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8328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+ JWT + error codes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2971800"/>
            <a:ext cx="2926080" cy="8229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52160" y="297180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3017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922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endpoint + template fallback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In-memory SQLite (StaticPool) — isolated, repeatable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Tests cover: happy path, validation (422), auth (401/403), 404, edge cases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 Actions CI runs on every push (Python 3.10, 3.11, 3.12 matrix)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CI/CD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Deployment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cloud deployment on Railway.app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Procfile: uvicorn run:app --host 0.0.0.0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Environment variables for API key + port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Health check endpoint for monitoring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Auto-deploys from main branch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Triggered on push and pull request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3.10, 3.11, 3.12 matrix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Installs deps + runs full pytest suite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Catches regressions before deploy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Green badge on repository README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7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Repository: github.com/9ali-oop/hotel-booking-api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Control &amp; Documentation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3F72A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Practices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Feature-branch workflow (main + dev)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Descriptive commit messages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4140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Pull requests with code review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7980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 Actions CI on every push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182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.gitignore for data files + secrets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Tagged releases for milestones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Suite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Auto-generated Swagger UI at /docs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Technical report (PDF) for Minerva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24140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Comprehensive README with setup guide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27980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Inline docstrings on every endpoint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182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Pydantic schemas document all models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3566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presentation + viva cheat sheet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deliverables: Technical Report (PDF)  |  Presentation (PPTX)  |  Swagger Docs  |  GitHub Repo  |  Live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API documentation at /docs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9496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JWT token via POST /auth/token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incidents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rates and demand patterns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risk analysis on a booking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840480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9496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Chart.js frontend at /dashboard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github.com/9ali-oop/hotel-booking-api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COMP3011 Web Services and Web Data  |  University of Leeds  |  Ali  |  March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Intelligence API — COMP3011</dc:title>
  <dc:subject>PptxGenJS Presentation</dc:subject>
  <dc:creator>Ali</dc:creator>
  <cp:lastModifiedBy>Ali</cp:lastModifiedBy>
  <cp:revision>1</cp:revision>
  <dcterms:created xsi:type="dcterms:W3CDTF">2026-03-07T11:28:09Z</dcterms:created>
  <dcterms:modified xsi:type="dcterms:W3CDTF">2026-03-07T11:28:09Z</dcterms:modified>
</cp:coreProperties>
</file>